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5143500" cx="9144000"/>
  <p:notesSz cx="6858000" cy="9144000"/>
  <p:embeddedFontLst>
    <p:embeddedFont>
      <p:font typeface="Lora Medium"/>
      <p:regular r:id="rId7"/>
      <p:bold r:id="rId8"/>
      <p:italic r:id="rId9"/>
      <p:boldItalic r:id="rId10"/>
    </p:embeddedFont>
    <p:embeddedFont>
      <p:font typeface="Lora"/>
      <p:regular r:id="rId11"/>
      <p:bold r:id="rId12"/>
      <p:italic r:id="rId13"/>
      <p:boldItalic r:id="rId14"/>
    </p:embeddedFont>
    <p:embeddedFont>
      <p:font typeface="Fira Sans Extra Condensed SemiBold"/>
      <p:regular r:id="rId15"/>
      <p:bold r:id="rId16"/>
      <p:italic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Lora-regular.fntdata"/><Relationship Id="rId10" Type="http://schemas.openxmlformats.org/officeDocument/2006/relationships/font" Target="fonts/LoraMedium-boldItalic.fntdata"/><Relationship Id="rId13" Type="http://schemas.openxmlformats.org/officeDocument/2006/relationships/font" Target="fonts/Lora-italic.fntdata"/><Relationship Id="rId12" Type="http://schemas.openxmlformats.org/officeDocument/2006/relationships/font" Target="fonts/Lora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font" Target="fonts/LoraMedium-italic.fntdata"/><Relationship Id="rId15" Type="http://schemas.openxmlformats.org/officeDocument/2006/relationships/font" Target="fonts/FiraSansExtraCondensedSemiBold-regular.fntdata"/><Relationship Id="rId14" Type="http://schemas.openxmlformats.org/officeDocument/2006/relationships/font" Target="fonts/Lora-boldItalic.fntdata"/><Relationship Id="rId17" Type="http://schemas.openxmlformats.org/officeDocument/2006/relationships/font" Target="fonts/FiraSansExtraCondensedSemiBold-italic.fntdata"/><Relationship Id="rId16" Type="http://schemas.openxmlformats.org/officeDocument/2006/relationships/font" Target="fonts/FiraSansExtraCondensedSemiBold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schemas.openxmlformats.org/officeDocument/2006/relationships/font" Target="fonts/FiraSansExtraCondensedSemiBold-boldItalic.fntdata"/><Relationship Id="rId7" Type="http://schemas.openxmlformats.org/officeDocument/2006/relationships/font" Target="fonts/LoraMedium-regular.fntdata"/><Relationship Id="rId8" Type="http://schemas.openxmlformats.org/officeDocument/2006/relationships/font" Target="fonts/LoraMedium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h2b4c89fab823f008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h2b4c89fab823f008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A9999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idx="4294967295" type="title"/>
          </p:nvPr>
        </p:nvSpPr>
        <p:spPr>
          <a:xfrm>
            <a:off x="1048350" y="323850"/>
            <a:ext cx="70473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36667"/>
              <a:buFont typeface="Arial"/>
              <a:buNone/>
            </a:pPr>
            <a:r>
              <a:rPr lang="en" sz="3000"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rPr>
              <a:t>Party Finder</a:t>
            </a:r>
            <a:endParaRPr sz="3000">
              <a:solidFill>
                <a:schemeClr val="dk1"/>
              </a:solidFill>
              <a:latin typeface="Fira Sans Extra Condensed SemiBold"/>
              <a:ea typeface="Fira Sans Extra Condensed SemiBold"/>
              <a:cs typeface="Fira Sans Extra Condensed SemiBold"/>
              <a:sym typeface="Fira Sans Extra Condensed SemiBold"/>
            </a:endParaRPr>
          </a:p>
        </p:txBody>
      </p:sp>
      <p:sp>
        <p:nvSpPr>
          <p:cNvPr id="55" name="Google Shape;55;p13"/>
          <p:cNvSpPr txBox="1"/>
          <p:nvPr>
            <p:ph idx="4294967295" type="body"/>
          </p:nvPr>
        </p:nvSpPr>
        <p:spPr>
          <a:xfrm>
            <a:off x="243300" y="806250"/>
            <a:ext cx="4049400" cy="40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 sz="6400" u="sng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rPr>
              <a:t>Features</a:t>
            </a:r>
            <a:endParaRPr b="1" sz="6400" u="sng">
              <a:solidFill>
                <a:schemeClr val="dk1"/>
              </a:solidFill>
              <a:latin typeface="Lora"/>
              <a:ea typeface="Lora"/>
              <a:cs typeface="Lora"/>
              <a:sym typeface="Lora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Lora Medium"/>
              <a:buChar char="●"/>
            </a:pPr>
            <a:r>
              <a:rPr lang="en" sz="5200">
                <a:solidFill>
                  <a:schemeClr val="dk1"/>
                </a:solidFill>
                <a:latin typeface="Lora Medium"/>
                <a:ea typeface="Lora Medium"/>
                <a:cs typeface="Lora Medium"/>
                <a:sym typeface="Lora Medium"/>
              </a:rPr>
              <a:t>Connect with other people going to the same show as you.</a:t>
            </a:r>
            <a:endParaRPr sz="5200">
              <a:solidFill>
                <a:schemeClr val="dk1"/>
              </a:solidFill>
              <a:latin typeface="Lora Medium"/>
              <a:ea typeface="Lora Medium"/>
              <a:cs typeface="Lora Medium"/>
              <a:sym typeface="Lora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5200">
              <a:solidFill>
                <a:schemeClr val="dk1"/>
              </a:solidFill>
              <a:latin typeface="Lora Medium"/>
              <a:ea typeface="Lora Medium"/>
              <a:cs typeface="Lora Medium"/>
              <a:sym typeface="Lora Medium"/>
            </a:endParaRPr>
          </a:p>
          <a:p>
            <a:pPr indent="-311150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Lora Medium"/>
              <a:buChar char="●"/>
            </a:pPr>
            <a:r>
              <a:rPr lang="en" sz="5200">
                <a:solidFill>
                  <a:schemeClr val="dk1"/>
                </a:solidFill>
                <a:latin typeface="Lora Medium"/>
                <a:ea typeface="Lora Medium"/>
                <a:cs typeface="Lora Medium"/>
                <a:sym typeface="Lora Medium"/>
              </a:rPr>
              <a:t>List yourself for others to join.</a:t>
            </a:r>
            <a:endParaRPr sz="5200">
              <a:solidFill>
                <a:schemeClr val="dk1"/>
              </a:solidFill>
              <a:latin typeface="Lora Medium"/>
              <a:ea typeface="Lora Medium"/>
              <a:cs typeface="Lora Medium"/>
              <a:sym typeface="Lora Medium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5200">
              <a:solidFill>
                <a:schemeClr val="dk1"/>
              </a:solidFill>
              <a:latin typeface="Lora Medium"/>
              <a:ea typeface="Lora Medium"/>
              <a:cs typeface="Lora Medium"/>
              <a:sym typeface="Lora Medium"/>
            </a:endParaRPr>
          </a:p>
          <a:p>
            <a:pPr indent="-311150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Lora Medium"/>
              <a:buChar char="●"/>
            </a:pPr>
            <a:r>
              <a:rPr lang="en" sz="5200">
                <a:solidFill>
                  <a:schemeClr val="dk1"/>
                </a:solidFill>
                <a:latin typeface="Lora Medium"/>
                <a:ea typeface="Lora Medium"/>
                <a:cs typeface="Lora Medium"/>
                <a:sym typeface="Lora Medium"/>
              </a:rPr>
              <a:t>Send an invite to a show.</a:t>
            </a:r>
            <a:endParaRPr sz="5200">
              <a:solidFill>
                <a:schemeClr val="dk1"/>
              </a:solidFill>
              <a:latin typeface="Lora Medium"/>
              <a:ea typeface="Lora Medium"/>
              <a:cs typeface="Lora Medium"/>
              <a:sym typeface="Lora Medium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5200">
              <a:solidFill>
                <a:schemeClr val="dk1"/>
              </a:solidFill>
              <a:latin typeface="Lora Medium"/>
              <a:ea typeface="Lora Medium"/>
              <a:cs typeface="Lora Medium"/>
              <a:sym typeface="Lora Medium"/>
            </a:endParaRPr>
          </a:p>
          <a:p>
            <a:pPr indent="-311150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Lora Medium"/>
              <a:buChar char="●"/>
            </a:pPr>
            <a:r>
              <a:rPr lang="en" sz="5200">
                <a:solidFill>
                  <a:schemeClr val="dk1"/>
                </a:solidFill>
                <a:latin typeface="Lora Medium"/>
                <a:ea typeface="Lora Medium"/>
                <a:cs typeface="Lora Medium"/>
                <a:sym typeface="Lora Medium"/>
              </a:rPr>
              <a:t>Plan ahead of time with a group of friends.</a:t>
            </a:r>
            <a:endParaRPr sz="5200">
              <a:solidFill>
                <a:schemeClr val="dk1"/>
              </a:solidFill>
              <a:latin typeface="Lora Medium"/>
              <a:ea typeface="Lora Medium"/>
              <a:cs typeface="Lora Medium"/>
              <a:sym typeface="Lora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300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" name="Google Shape;56;p13" title="Friends Vecto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83410" y="2287901"/>
            <a:ext cx="3908050" cy="27287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