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Lora Medium"/>
      <p:regular r:id="rId7"/>
      <p:bold r:id="rId8"/>
      <p:italic r:id="rId9"/>
      <p:boldItalic r:id="rId10"/>
    </p:embeddedFont>
    <p:embeddedFont>
      <p:font typeface="Lora"/>
      <p:regular r:id="rId11"/>
      <p:bold r:id="rId12"/>
      <p:italic r:id="rId13"/>
      <p:boldItalic r:id="rId14"/>
    </p:embeddedFont>
    <p:embeddedFont>
      <p:font typeface="Fira Sans Extra Condensed SemiBold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ra-regular.fntdata"/><Relationship Id="rId10" Type="http://schemas.openxmlformats.org/officeDocument/2006/relationships/font" Target="fonts/LoraMedium-boldItalic.fntdata"/><Relationship Id="rId13" Type="http://schemas.openxmlformats.org/officeDocument/2006/relationships/font" Target="fonts/Lora-italic.fntdata"/><Relationship Id="rId12" Type="http://schemas.openxmlformats.org/officeDocument/2006/relationships/font" Target="fonts/Lor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LoraMedium-italic.fntdata"/><Relationship Id="rId15" Type="http://schemas.openxmlformats.org/officeDocument/2006/relationships/font" Target="fonts/FiraSansExtraCondensedSemiBold-regular.fntdata"/><Relationship Id="rId14" Type="http://schemas.openxmlformats.org/officeDocument/2006/relationships/font" Target="fonts/Lora-boldItalic.fntdata"/><Relationship Id="rId17" Type="http://schemas.openxmlformats.org/officeDocument/2006/relationships/font" Target="fonts/FiraSansExtraCondensedSemiBold-italic.fntdata"/><Relationship Id="rId16" Type="http://schemas.openxmlformats.org/officeDocument/2006/relationships/font" Target="fonts/FiraSansExtraCondensed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FiraSansExtraCondensedSemiBold-boldItalic.fntdata"/><Relationship Id="rId7" Type="http://schemas.openxmlformats.org/officeDocument/2006/relationships/font" Target="fonts/LoraMedium-regular.fntdata"/><Relationship Id="rId8" Type="http://schemas.openxmlformats.org/officeDocument/2006/relationships/font" Target="fonts/Lora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2b4c89fab823f0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2b4c89fab823f0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9999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36667"/>
              <a:buFont typeface="Arial"/>
              <a:buNone/>
            </a:pPr>
            <a:r>
              <a:rPr lang="en" sz="30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Party Finder</a:t>
            </a:r>
            <a:endParaRPr sz="30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55" name="Google Shape;55;p13"/>
          <p:cNvSpPr txBox="1"/>
          <p:nvPr>
            <p:ph idx="4294967295" type="body"/>
          </p:nvPr>
        </p:nvSpPr>
        <p:spPr>
          <a:xfrm>
            <a:off x="243300" y="806250"/>
            <a:ext cx="4049400" cy="4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6400" u="sng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Features</a:t>
            </a:r>
            <a:endParaRPr b="1" sz="6400" u="sng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en" sz="52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Connect with other people going to the same show as you.</a:t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en" sz="52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List yourself for others to join</a:t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en" sz="52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Send an invite to a show</a:t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ora Medium"/>
              <a:buChar char="●"/>
            </a:pPr>
            <a:r>
              <a:rPr lang="en" sz="5200">
                <a:solidFill>
                  <a:schemeClr val="dk1"/>
                </a:solidFill>
                <a:latin typeface="Lora Medium"/>
                <a:ea typeface="Lora Medium"/>
                <a:cs typeface="Lora Medium"/>
                <a:sym typeface="Lora Medium"/>
              </a:rPr>
              <a:t>Plan ahead of time with a group of friends</a:t>
            </a:r>
            <a:endParaRPr sz="5200">
              <a:solidFill>
                <a:schemeClr val="dk1"/>
              </a:solidFill>
              <a:latin typeface="Lora Medium"/>
              <a:ea typeface="Lora Medium"/>
              <a:cs typeface="Lora Medium"/>
              <a:sym typeface="Lora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3" title="Friends Vect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3410" y="2287901"/>
            <a:ext cx="3908050" cy="272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